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 12: Was haben wir gelernt?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Klasse bündelt Daten (Attribute) und Funktionen (Methoden), die zusammengehören, in einem Objekt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Konstruktor __init__ kann direkt beim Erzeugen der Instanz die eigentliche Arbeit anstoßen – hier: den kompletten Baum bauen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Methoden, die nur intern für den Aufbau gebraucht werden, markiert man mit einem führenden Unterstrich (_bewertung_der_frage, _beste_frage, _baum_bauen) – ein Signal: „Finger weg, nutzt die öffentliche Methode“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Rekursion bleibt Rekursion, egal ob als Funktion oder als Methode – sie ruft sich einfach über self.methode() selbst wieder auf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rekursive Traversierung lässt sich genauso gut als einfache while-Schleife schreiben, wenn man nicht mehr baut, sondern nur noch abläuft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Instanz sollte auch so benannt werden, wie sie ist: baum_objekt statt baum_klasse – die Klasse ist nur der Bauplan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 12: Fazit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mehreren Funktionsaufrufen wird ein einziges, in sich geschlossenes Objekt: Entscheidungsbaum(daten, spalten, ziel) – fertig trainiert, sofort einsatzbereit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Genau dieses Muster – Konstruktor baut das Modell, eine öffentliche Methode sagt vorher – wird uns ab jetzt ständig wiederbegegnen, auch später bei fertigen Frameworks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Zeitgründen haben wir diesmal nur den Baum in Klassenform gebracht – Neuron, Schicht und kNN ließen sich nach demselben Muster genauso umbauen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Nächstes Mal: ein neuer Algorithmus – lineare Regression, der erste, der nicht klassifiziert, sondern eine Zahl vorhersagt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2026-09-19T07:25:32Z</dcterms:created>
  <dcterms:modified xsi:type="dcterms:W3CDTF">2026-09-19T07:25:32Z</dcterms:modified>
</cp:coreProperties>
</file>