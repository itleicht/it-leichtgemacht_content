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2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240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10: Was haben wir gelernt?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Erster Kontakt mit Pandas: Daten als DataFrame organisieren, mit benannten Spalten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man mit .iterrows() Zeile für Zeile durch einen DataFrame geht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euklidischen Abstand zwischen zwei Punkten berechnen, die einzige "Mathematik" in dieser Folge, geometrisch leicht nachvollziehbar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Liste nach einem bestimmten Kriterium sortieren, mit sort() und key=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Mehrheitsabstimmung unter den nächsten Nachbarn programmieren, um eine Vorhersage zu treffen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10: Fazit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haben gerade unseren ersten KI-Algorithmus gebaut, der komplett ohne Neuron, ohne Gewichte und ohne Training auskommt, und trotzdem funktioniert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zeigt eindrucksvoll: nicht jede KI muss ein neuronales Netz sein, manchmal reicht die einfache Frage "wer in meiner Nähe sieht so aus wie ich?"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wird euch ab jetzt durch den Rest der Serie begleiten, das ist das Standardwerkzeug, um mit echten Datensätzen zu arbeiten, nicht mehr nur mit handgeschriebenen Listen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Heute: Wir bauen einen Algorithmus, der selbst entscheidet, welche Frage er zuerst stellen sollte, einen Entscheidungsbaum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Ermutigung: Wer die Bonus-Testfälle durchgerechnet hat, hat verstanden, dass "KI" oft einfacher ist, als der Name vermuten lässt, hier steckt buchstäblich nur Abstand messen und abstimmen dahinter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Macintosh PowerPoint</Application>
  <PresentationFormat>Breitbild</PresentationFormat>
  <Paragraphs>14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Ingo Bosse</cp:lastModifiedBy>
  <cp:revision>2</cp:revision>
  <dcterms:created xsi:type="dcterms:W3CDTF">2026-08-27T16:27:22Z</dcterms:created>
  <dcterms:modified xsi:type="dcterms:W3CDTF">2026-09-18T09:54:03Z</dcterms:modified>
</cp:coreProperties>
</file>