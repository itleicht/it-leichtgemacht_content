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6804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Folge 11: Was haben wir gelernt?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Entscheidungsbaum trifft Entscheidungen über eine Kette von Wenn-Dann-Fragen</a:t>
            </a:r>
            <a:endParaRPr lang="en-US" sz="18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„beste“ nächste Frage lässt sich finden, ohne eine Formel für Informationsgewinn zu brauchen – einfach abzählen, wie oft die Mehrheitsklasse nach einer Aufteilung richtig läge</a:t>
            </a:r>
            <a:endParaRPr lang="en-US" sz="18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Rekursion: eine Funktion, die sich selbst auf kleineren Teildatensätzen erneut aufruft, baut den Baum Ast für Ast</a:t>
            </a:r>
            <a:endParaRPr lang="en-US" sz="18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Abbruchbedingungen der Rekursion: alle übrigen Fälle gehören zur gleichen Klasse, oder es gibt keine Fragen mehr zu stellen</a:t>
            </a:r>
            <a:endParaRPr lang="en-US" sz="18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Baum lässt sich als verschachteltes Dictionary darstellen („Frage“ + „Äste“)</a:t>
            </a:r>
            <a:endParaRPr lang="en-US" sz="18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Vorhersage bedeutet: den Baum passend zu den Antworten „hinunterlaufen“, bis man an einem Blatt – also einer Klasse – ankommt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Folge 11: Fazit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Erster Algorithmus, bei dem man dem „Denken“ der Maschine regelrecht zusehen kann – jede Frage und jeder Ast ist nachvollziehbar</a:t>
            </a:r>
            <a:endParaRPr lang="en-US" sz="18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Genau diese Nachvollziehbarkeit unterscheidet Entscheidungsbäume von neuronalen Netzen, wo Entscheidungen in Zahlen/Gewichten „versteckt“ bleiben</a:t>
            </a:r>
            <a:endParaRPr lang="en-US" sz="18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Größere, in der Praxis eingesetzte Modelle wie Random Forests oder Gradient Boosting bauen genau auf sehr vielen solcher Bäume auf</a:t>
            </a:r>
            <a:endParaRPr lang="en-US" sz="18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</a:t>
            </a:r>
            <a:r>
              <a:rPr lang="en-US" sz="1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räumen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wir auf – die bisherigen </a:t>
            </a:r>
            <a:r>
              <a:rPr lang="en-US" sz="1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Funktionen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wandern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echte Klassen (objektorientierte Programmierung)</a:t>
            </a:r>
            <a:endParaRPr lang="en-US" sz="18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bis hierhin mitprogrammiert hat, hat jetzt zwei völlig unterschiedliche „Denkweisen“ von KI selbst gebaut – neuronal und regelbasiert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</Words>
  <Application>Microsoft Macintosh PowerPoint</Application>
  <PresentationFormat>Breitbild</PresentationFormat>
  <Paragraphs>15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Ingo Bosse</cp:lastModifiedBy>
  <cp:revision>2</cp:revision>
  <dcterms:created xsi:type="dcterms:W3CDTF">2026-09-15T17:01:48Z</dcterms:created>
  <dcterms:modified xsi:type="dcterms:W3CDTF">2026-09-25T06:50:59Z</dcterms:modified>
</cp:coreProperties>
</file>